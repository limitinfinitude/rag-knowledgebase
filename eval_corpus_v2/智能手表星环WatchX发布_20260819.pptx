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星环 Watch X 发布要点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为健康而生的全场景智能手表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核心健康功能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 小时连续血氧监测，低血氧震动提醒</a:t>
            </a:r>
          </a:p>
          <a:p>
            <a:pPr>
              <a:defRPr sz="1800"/>
            </a:pPr>
            <a:r>
              <a:t>心率异常（房颤）AI 筛查，通过二类医疗器械认证</a:t>
            </a:r>
          </a:p>
          <a:p>
            <a:pPr>
              <a:defRPr sz="1800"/>
            </a:pPr>
            <a:r>
              <a:t>睡眠分期分析：浅睡/深睡/REM + 呼吸质量评分</a:t>
            </a:r>
          </a:p>
          <a:p>
            <a:pPr>
              <a:defRPr sz="1800"/>
            </a:pPr>
            <a:r>
              <a:t>女性健康管理：周期记录与备孕体温曲线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硬件与续航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1.43 英寸 AMOLED 屏，峰值亮度 1000 尼特</a:t>
            </a:r>
          </a:p>
          <a:p>
            <a:pPr>
              <a:defRPr sz="1800"/>
            </a:pPr>
            <a:r>
              <a:t>典型使用续航 14 天，重度使用 7 天，磁吸快充 5 分钟用一天</a:t>
            </a:r>
          </a:p>
          <a:p>
            <a:pPr>
              <a:defRPr sz="1800"/>
            </a:pPr>
            <a:r>
              <a:t>5ATM 防水（50 米），支持游泳与开放水域模式</a:t>
            </a:r>
          </a:p>
          <a:p>
            <a:pPr>
              <a:defRPr sz="1800"/>
            </a:pPr>
            <a:r>
              <a:t>航空级铝合金表体 + 蓝宝石镜面，重 32 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价格与首发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星环 Watch X 定价 1299 元</a:t>
            </a:r>
          </a:p>
          <a:p>
            <a:pPr>
              <a:defRPr sz="1800"/>
            </a:pPr>
            <a:r>
              <a:t>首发期下单立减 100 元，加赠氟橡胶表带一条</a:t>
            </a:r>
          </a:p>
          <a:p>
            <a:pPr>
              <a:defRPr sz="1800"/>
            </a:pPr>
            <a:r>
              <a:t>4 月 20 日全渠道开售，前 1000 名赠一年延保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