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演讲提示：灵犀X1智能音箱发布会部分控制在2分钟内，重点强调第一条。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演讲提示：产品定位部分控制在2分钟内，重点强调第一条。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演讲提示：核心硬件参数部分控制在2分钟内，重点强调第一条。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演讲提示：语音能力升级部分控制在2分钟内，重点强调第一条。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演讲提示：智能家居控制部分控制在2分钟内，重点强调第一条。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演讲提示：隐私设计部分控制在2分钟内，重点强调第一条。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演讲提示：上市计划部分控制在2分钟内，重点强调第一条。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灵犀X1智能音箱发布会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2026秋季新品要点</a:t>
            </a:r>
          </a:p>
          <a:p>
            <a:r>
              <a:t>产品与市场部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家庭语音助手与智能家居中枢</a:t>
            </a:r>
          </a:p>
          <a:p>
            <a:r>
              <a:t>目标人群：25-40岁城市家庭</a:t>
            </a:r>
          </a:p>
          <a:p>
            <a:r>
              <a:t>定价399元，首发补贴价299元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核心硬件参数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六麦克风环形阵列，5米远场识别</a:t>
            </a:r>
          </a:p>
          <a:p>
            <a:r>
              <a:t>2.25英寸全频单元+双无源辐射器</a:t>
            </a:r>
          </a:p>
          <a:p>
            <a:r>
              <a:t>本地离线唤醒芯片，功耗降低40%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语音能力升级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新一代大模型对话引擎，支持多轮上下文</a:t>
            </a:r>
          </a:p>
          <a:p>
            <a:r>
              <a:t>方言识别覆盖粤语、四川话、吴语</a:t>
            </a:r>
          </a:p>
          <a:p>
            <a:r>
              <a:t>儿童模式自动内容过滤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智能家居控制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兼容Matter协议，接入超3000款设备</a:t>
            </a:r>
          </a:p>
          <a:p>
            <a:r>
              <a:t>场景联动：一句指令触发多设备组合</a:t>
            </a:r>
          </a:p>
          <a:p>
            <a:r>
              <a:t>离线蓝牙网关，断网仍可控制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隐私设计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物理麦克风遮罩开关</a:t>
            </a:r>
          </a:p>
          <a:p>
            <a:r>
              <a:t>语音数据端侧脱敏处理</a:t>
            </a:r>
          </a:p>
          <a:p>
            <a:r>
              <a:t>用户可一键删除全部录音历史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上市计划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10月15日全渠道首发</a:t>
            </a:r>
          </a:p>
          <a:p>
            <a:r>
              <a:t>首发赠6个月音乐会员</a:t>
            </a:r>
          </a:p>
          <a:p>
            <a:r>
              <a:t>以旧换新补贴100元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